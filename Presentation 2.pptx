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CB926-5D43-B596-C917-85BD1E95048E}" v="183" dt="2026-01-26T13:24:06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uple of people wearing clothing&#10;&#10;AI-generated content may be incorrect.">
            <a:extLst>
              <a:ext uri="{FF2B5EF4-FFF2-40B4-BE49-F238E27FC236}">
                <a16:creationId xmlns:a16="http://schemas.microsoft.com/office/drawing/2014/main" id="{9AED8CF8-18E5-F3EA-F566-3C215C53C6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FER Fight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Elena Lukačević,</a:t>
            </a:r>
          </a:p>
          <a:p>
            <a:r>
              <a:rPr lang="en-US">
                <a:solidFill>
                  <a:srgbClr val="FFFFFF"/>
                </a:solidFill>
              </a:rPr>
              <a:t>Andrej Cirkveni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F7CB2-336C-2998-55EB-980ED79B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Uvod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F3D36-4904-E6EB-E48D-31954B532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izrada 3D fighting igre u Unityju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Lokalni multiplayer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screenshot of a game&#10;&#10;AI-generated content may be incorrect.">
            <a:extLst>
              <a:ext uri="{FF2B5EF4-FFF2-40B4-BE49-F238E27FC236}">
                <a16:creationId xmlns:a16="http://schemas.microsoft.com/office/drawing/2014/main" id="{CAC385B5-BF96-1B83-E9B4-BBCB9FF2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230" y="640080"/>
            <a:ext cx="437860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7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group of people in garment&#10;&#10;AI-generated content may be incorrect.">
            <a:extLst>
              <a:ext uri="{FF2B5EF4-FFF2-40B4-BE49-F238E27FC236}">
                <a16:creationId xmlns:a16="http://schemas.microsoft.com/office/drawing/2014/main" id="{8C568137-EDB9-D731-F110-89917A2A9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6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Content Placeholder 11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5D726AB7-7679-920D-09FB-939F25BBE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7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3F25-D0C1-E6CF-0DD5-A298F687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person in a red suit&#10;&#10;AI-generated content may be incorrect.">
            <a:extLst>
              <a:ext uri="{FF2B5EF4-FFF2-40B4-BE49-F238E27FC236}">
                <a16:creationId xmlns:a16="http://schemas.microsoft.com/office/drawing/2014/main" id="{9DC0A507-0CBC-B8D9-32CD-03D79739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64" y="410498"/>
            <a:ext cx="2700125" cy="2841151"/>
          </a:xfrm>
          <a:prstGeom prst="rect">
            <a:avLst/>
          </a:prstGeom>
        </p:spPr>
      </p:pic>
      <p:pic>
        <p:nvPicPr>
          <p:cNvPr id="8" name="Content Placeholder 7" descr="A person wearing a red suit and helmet&#10;&#10;AI-generated content may be incorrect.">
            <a:extLst>
              <a:ext uri="{FF2B5EF4-FFF2-40B4-BE49-F238E27FC236}">
                <a16:creationId xmlns:a16="http://schemas.microsoft.com/office/drawing/2014/main" id="{BD7FBAA4-F0E1-F0B6-7EBA-BF45FAC07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040" y="507752"/>
            <a:ext cx="2523415" cy="2744907"/>
          </a:xfrm>
          <a:prstGeom prst="rect">
            <a:avLst/>
          </a:prstGeom>
        </p:spPr>
      </p:pic>
      <p:pic>
        <p:nvPicPr>
          <p:cNvPr id="9" name="Picture 8" descr="A person wearing a red suit and helmet&#10;&#10;AI-generated content may be incorrect.">
            <a:extLst>
              <a:ext uri="{FF2B5EF4-FFF2-40B4-BE49-F238E27FC236}">
                <a16:creationId xmlns:a16="http://schemas.microsoft.com/office/drawing/2014/main" id="{20AA2BDA-5FD4-BF8E-9619-B07FBD03F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087" y="511791"/>
            <a:ext cx="2527110" cy="2843283"/>
          </a:xfrm>
          <a:prstGeom prst="rect">
            <a:avLst/>
          </a:prstGeom>
        </p:spPr>
      </p:pic>
      <p:pic>
        <p:nvPicPr>
          <p:cNvPr id="10" name="Picture 9" descr="A person wearing a red suit and helmet&#10;&#10;AI-generated content may be incorrect.">
            <a:extLst>
              <a:ext uri="{FF2B5EF4-FFF2-40B4-BE49-F238E27FC236}">
                <a16:creationId xmlns:a16="http://schemas.microsoft.com/office/drawing/2014/main" id="{B5D0AAAA-EB84-B85B-128C-B45E0EBF0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547" y="3646298"/>
            <a:ext cx="2614400" cy="2749882"/>
          </a:xfrm>
          <a:prstGeom prst="rect">
            <a:avLst/>
          </a:prstGeom>
        </p:spPr>
      </p:pic>
      <p:pic>
        <p:nvPicPr>
          <p:cNvPr id="11" name="Picture 10" descr="A person wearing a red suit and a helmet&#10;&#10;AI-generated content may be incorrect.">
            <a:extLst>
              <a:ext uri="{FF2B5EF4-FFF2-40B4-BE49-F238E27FC236}">
                <a16:creationId xmlns:a16="http://schemas.microsoft.com/office/drawing/2014/main" id="{A52B6CC1-555C-1014-B1A0-F2FA9A9CF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161" y="3648145"/>
            <a:ext cx="3143677" cy="2734813"/>
          </a:xfrm>
          <a:prstGeom prst="rect">
            <a:avLst/>
          </a:prstGeom>
        </p:spPr>
      </p:pic>
      <p:pic>
        <p:nvPicPr>
          <p:cNvPr id="12" name="Picture 11" descr="A person in a red suit&#10;&#10;AI-generated content may be incorrect.">
            <a:extLst>
              <a:ext uri="{FF2B5EF4-FFF2-40B4-BE49-F238E27FC236}">
                <a16:creationId xmlns:a16="http://schemas.microsoft.com/office/drawing/2014/main" id="{E7ABBC9B-966E-C296-4335-5E4DD511E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549" y="3648145"/>
            <a:ext cx="3280155" cy="27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1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39BCA50-5C8B-4034-853C-B29176644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9CFC4-39EF-671F-4E11-E2186070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7" y="458033"/>
            <a:ext cx="5257798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endParaRPr lang="en-US" sz="2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person in a red suit&#10;&#10;AI-generated content may be incorrect.">
            <a:extLst>
              <a:ext uri="{FF2B5EF4-FFF2-40B4-BE49-F238E27FC236}">
                <a16:creationId xmlns:a16="http://schemas.microsoft.com/office/drawing/2014/main" id="{4F2421F5-55AE-BE1E-A033-07C1A8745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79" r="12032" b="-3"/>
          <a:stretch>
            <a:fillRect/>
          </a:stretch>
        </p:blipFill>
        <p:spPr>
          <a:xfrm>
            <a:off x="550863" y="1557339"/>
            <a:ext cx="358975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6" name="Picture 5" descr="A person in a red suit&#10;&#10;AI-generated content may be incorrect.">
            <a:extLst>
              <a:ext uri="{FF2B5EF4-FFF2-40B4-BE49-F238E27FC236}">
                <a16:creationId xmlns:a16="http://schemas.microsoft.com/office/drawing/2014/main" id="{0D5F042C-DF97-2CCC-31A7-A07B79E211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95"/>
          <a:stretch>
            <a:fillRect/>
          </a:stretch>
        </p:blipFill>
        <p:spPr>
          <a:xfrm>
            <a:off x="4322198" y="1557339"/>
            <a:ext cx="3567884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Content Placeholder 3" descr="A person wearing a red garment&#10;&#10;AI-generated content may be incorrect.">
            <a:extLst>
              <a:ext uri="{FF2B5EF4-FFF2-40B4-BE49-F238E27FC236}">
                <a16:creationId xmlns:a16="http://schemas.microsoft.com/office/drawing/2014/main" id="{292E0252-D972-6F52-9F60-C72A03CCD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7494" b="3"/>
          <a:stretch>
            <a:fillRect/>
          </a:stretch>
        </p:blipFill>
        <p:spPr>
          <a:xfrm>
            <a:off x="8070082" y="1557339"/>
            <a:ext cx="35676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826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erson in a green suit&#10;&#10;AI-generated content may be incorrect.">
            <a:extLst>
              <a:ext uri="{FF2B5EF4-FFF2-40B4-BE49-F238E27FC236}">
                <a16:creationId xmlns:a16="http://schemas.microsoft.com/office/drawing/2014/main" id="{211A54C0-0751-DDE5-2483-D665EC4DB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84189"/>
            <a:ext cx="10905066" cy="348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1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Content Placeholder 13" descr="A person in a green garment and a red suit lying on the ground&#10;&#10;AI-generated content may be incorrect.">
            <a:extLst>
              <a:ext uri="{FF2B5EF4-FFF2-40B4-BE49-F238E27FC236}">
                <a16:creationId xmlns:a16="http://schemas.microsoft.com/office/drawing/2014/main" id="{5F94E118-0D2E-EF95-F599-C45C0F2F2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9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1B28F17-47FC-3201-322A-C8E684956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" r="84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Two people wearing clothing fighting&#10;&#10;AI-generated content may be incorrect.">
            <a:extLst>
              <a:ext uri="{FF2B5EF4-FFF2-40B4-BE49-F238E27FC236}">
                <a16:creationId xmlns:a16="http://schemas.microsoft.com/office/drawing/2014/main" id="{61191CDB-0619-A1CB-364B-BF1EE74FA2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44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C9649E-9377-925A-A36A-B4F6B1C21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496466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Hvala </a:t>
            </a:r>
            <a:r>
              <a:rPr lang="en-US" dirty="0" err="1">
                <a:solidFill>
                  <a:srgbClr val="FFFFFF"/>
                </a:solidFill>
              </a:rPr>
              <a:t>na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pažnji</a:t>
            </a:r>
            <a:r>
              <a:rPr lang="en-US" dirty="0">
                <a:solidFill>
                  <a:srgbClr val="FFFFFF"/>
                </a:solidFill>
              </a:rPr>
              <a:t>!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ACCCB8-25E0-157F-82B3-153B6292B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57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FER Fight</vt:lpstr>
      <vt:lpstr>Uvod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</cp:revision>
  <dcterms:created xsi:type="dcterms:W3CDTF">2026-01-26T10:59:47Z</dcterms:created>
  <dcterms:modified xsi:type="dcterms:W3CDTF">2026-01-26T13:24:43Z</dcterms:modified>
</cp:coreProperties>
</file>